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演讲备注：检查文件级访问权限，阻止跨用户读取。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Spring Boot 权限管理：角色、资源授权与审计日志。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安全回归测试与部署检查。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>CloudNest synthetic fixtures</dc:creator>
  <ns0:keywords/>
  <dc:description>generated using python-pptx</dc:description>
  <ns0:lastModifiedBy>Steve Canny</ns0:lastModifiedBy>
  <ns0:revision>1</ns0:revision>
  <ns2:created xsi:type="dcterms:W3CDTF">2020-01-01T00:00:00Z</ns2:created>
  <ns2:modified xsi:type="dcterms:W3CDTF">2020-01-01T00:00:00Z</ns2:modified>
  <ns0:category/>
</ns0:coreProperties>
</file>